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87c2b17aed49ac" /><Relationship Type="http://schemas.openxmlformats.org/officeDocument/2006/relationships/extended-properties" Target="/docProps/app.xml" Id="Rc6012e552f01442b" /><Relationship Type="http://schemas.openxmlformats.org/officeDocument/2006/relationships/officeDocument" Target="/ppt/presentation.xml" Id="Rfd69b991ea9140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6e4325a23b4791"/>
  </p:sldMasterIdLst>
  <p:notesMasterIdLst>
    <p:notesMasterId xmlns:r="http://schemas.openxmlformats.org/officeDocument/2006/relationships" r:id="R5a2b8682ea4a4e47"/>
  </p:notesMasterIdLst>
  <p:sldIdLst>
    <p:sldId xmlns:r="http://schemas.openxmlformats.org/officeDocument/2006/relationships" id="256" r:id="R16250907737a4b4c"/>
    <p:sldId xmlns:r="http://schemas.openxmlformats.org/officeDocument/2006/relationships" id="257" r:id="Rc3afaccdce8a491e"/>
    <p:sldId xmlns:r="http://schemas.openxmlformats.org/officeDocument/2006/relationships" id="258" r:id="R3a30688428384b76"/>
    <p:sldId xmlns:r="http://schemas.openxmlformats.org/officeDocument/2006/relationships" id="259" r:id="R80d4bbb4a6434cb9"/>
    <p:sldId xmlns:r="http://schemas.openxmlformats.org/officeDocument/2006/relationships" id="260" r:id="Rae98b44c8d9943c9"/>
    <p:sldId xmlns:r="http://schemas.openxmlformats.org/officeDocument/2006/relationships" id="261" r:id="Re32394b544e3444c"/>
    <p:sldId xmlns:r="http://schemas.openxmlformats.org/officeDocument/2006/relationships" id="262" r:id="R0abfacb1d5fe47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65b8c087424172" /><Relationship Type="http://schemas.openxmlformats.org/officeDocument/2006/relationships/slideMaster" Target="/ppt/slideMasters/slideMaster1.xml" Id="Rd96e4325a23b4791" /><Relationship Type="http://schemas.openxmlformats.org/officeDocument/2006/relationships/notesMaster" Target="/ppt/notesMasters/notesMaster1.xml" Id="R5a2b8682ea4a4e47" /><Relationship Type="http://schemas.openxmlformats.org/officeDocument/2006/relationships/presProps" Target="/ppt/presProps.xml" Id="R8a1251e1fc674f8a" /><Relationship Type="http://schemas.openxmlformats.org/officeDocument/2006/relationships/tableStyles" Target="/ppt/tableStyles.xml" Id="R7cd65fd841de4145" /><Relationship Type="http://schemas.openxmlformats.org/officeDocument/2006/relationships/slide" Target="/ppt/slides/slide1.xml" Id="R16250907737a4b4c" /><Relationship Type="http://schemas.openxmlformats.org/officeDocument/2006/relationships/slide" Target="/ppt/slides/slide2.xml" Id="Rc3afaccdce8a491e" /><Relationship Type="http://schemas.openxmlformats.org/officeDocument/2006/relationships/slide" Target="/ppt/slides/slide3.xml" Id="R3a30688428384b76" /><Relationship Type="http://schemas.openxmlformats.org/officeDocument/2006/relationships/slide" Target="/ppt/slides/slide4.xml" Id="R80d4bbb4a6434cb9" /><Relationship Type="http://schemas.openxmlformats.org/officeDocument/2006/relationships/slide" Target="/ppt/slides/slide5.xml" Id="Rae98b44c8d9943c9" /><Relationship Type="http://schemas.openxmlformats.org/officeDocument/2006/relationships/slide" Target="/ppt/slides/slide6.xml" Id="Re32394b544e3444c" /><Relationship Type="http://schemas.openxmlformats.org/officeDocument/2006/relationships/slide" Target="/ppt/slides/slide7.xml" Id="R0abfacb1d5fe47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98df40fd2c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ca59dfc954b6a" /><Relationship Type="http://schemas.openxmlformats.org/officeDocument/2006/relationships/notesMaster" Target="/ppt/notesMasters/notesMaster1.xml" Id="Rc5e4cc0af3d6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5f10d2dc5b47d7" /><Relationship Type="http://schemas.openxmlformats.org/officeDocument/2006/relationships/notesMaster" Target="/ppt/notesMasters/notesMaster1.xml" Id="Rb8541cf7c17b43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d95dba612c4c7d" /><Relationship Type="http://schemas.openxmlformats.org/officeDocument/2006/relationships/notesMaster" Target="/ppt/notesMasters/notesMaster1.xml" Id="Rf7b8205d4c3049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59c8a108834001" /><Relationship Type="http://schemas.openxmlformats.org/officeDocument/2006/relationships/notesMaster" Target="/ppt/notesMasters/notesMaster1.xml" Id="R9c2c981e54f241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b4037d3a50472e" /><Relationship Type="http://schemas.openxmlformats.org/officeDocument/2006/relationships/notesMaster" Target="/ppt/notesMasters/notesMaster1.xml" Id="Rf4442d66c26f44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177c91ed9b479f" /><Relationship Type="http://schemas.openxmlformats.org/officeDocument/2006/relationships/notesMaster" Target="/ppt/notesMasters/notesMaster1.xml" Id="R36d6e0fd5f98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eff4812e694b9f" /><Relationship Type="http://schemas.openxmlformats.org/officeDocument/2006/relationships/notesMaster" Target="/ppt/notesMasters/notesMaster1.xml" Id="R6377e72f30174b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product-owner supplied Oqtepa Telegram screenshots. MAZETTO codebase audit,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product-owner supplied Oqtepa Telegram screenshots. MAZETTO codebase audit,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product-owner supplied Oqtepa Telegram screenshots. MAZETTO codebase audit,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product-owner supplied Oqtepa Telegram screenshots. MAZETTO codebase audit,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product-owner supplied Oqtepa Telegram screenshots. MAZETTO codebase audit,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product-owner supplied Oqtepa Telegram screenshots. MAZETTO codebase audit,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product-owner supplied Oqtepa Telegram screenshots. MAZETTO codebase audit, 2026-09-22.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f174bf64b40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b4dea8312e4526" /><Relationship Type="http://schemas.openxmlformats.org/officeDocument/2006/relationships/slideLayout" Target="/ppt/slideLayouts/slideLayout1.xml" Id="R2709a28d16964f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09a28d16964f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bfe5bd39b4d57" /><Relationship Type="http://schemas.openxmlformats.org/officeDocument/2006/relationships/image" Target="/ppt/media/image.jpeg" Id="R88a33675c93a4a61" /><Relationship Type="http://schemas.openxmlformats.org/officeDocument/2006/relationships/notesSlide" Target="/ppt/notesSlides/notesSlide1.xml" Id="R0339e3e5f5c948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1a19b61e14263" /><Relationship Type="http://schemas.openxmlformats.org/officeDocument/2006/relationships/image" Target="/ppt/media/image2.jpeg" Id="R5f7b012fee7e405c" /><Relationship Type="http://schemas.openxmlformats.org/officeDocument/2006/relationships/notesSlide" Target="/ppt/notesSlides/notesSlide2.xml" Id="R218910645b464f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8a3c3ae548c9" /><Relationship Type="http://schemas.openxmlformats.org/officeDocument/2006/relationships/image" Target="/ppt/media/image3.jpeg" Id="R3e88e942c0c847b8" /><Relationship Type="http://schemas.openxmlformats.org/officeDocument/2006/relationships/image" Target="/ppt/media/image4.jpeg" Id="Re26bd6189bac4a9f" /><Relationship Type="http://schemas.openxmlformats.org/officeDocument/2006/relationships/notesSlide" Target="/ppt/notesSlides/notesSlide3.xml" Id="Rd9c9bbdc8f124a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f6884675f445f" /><Relationship Type="http://schemas.openxmlformats.org/officeDocument/2006/relationships/image" Target="/ppt/media/image5.jpeg" Id="R7c638e4c8b924321" /><Relationship Type="http://schemas.openxmlformats.org/officeDocument/2006/relationships/notesSlide" Target="/ppt/notesSlides/notesSlide4.xml" Id="R4171d4341523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9e5860a644b15" /><Relationship Type="http://schemas.openxmlformats.org/officeDocument/2006/relationships/notesSlide" Target="/ppt/notesSlides/notesSlide5.xml" Id="R2faf7f8ab81d43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8d1b3c39b4acc" /><Relationship Type="http://schemas.openxmlformats.org/officeDocument/2006/relationships/notesSlide" Target="/ppt/notesSlides/notesSlide6.xml" Id="R0f131641379748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c05eef0ae445f" /><Relationship Type="http://schemas.openxmlformats.org/officeDocument/2006/relationships/notesSlide" Target="/ppt/notesSlides/notesSlide7.xml" Id="Rd50957cb60b649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48BE0-8A98-42E6-B7CE-C43C450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25821-FAD9-40D9-9677-10688F62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5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52E"/>
                </a:solidFill>
                <a:latin typeface="Arial"/>
                <a:ea typeface="Arial"/>
                <a:cs typeface="Arial"/>
              </a:rPr>
              <a:t>MAZETTO FOOD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C4818-780C-46F1-A5DC-196A3438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3714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981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 bot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benchmark va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implementatsiya rejasi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F3BF4-AF4C-43B3-B8E4-E2D9D6DB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3257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1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E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EE8"/>
                </a:solidFill>
                <a:latin typeface="Arial"/>
                <a:ea typeface="Arial"/>
                <a:cs typeface="Arial"/>
              </a:rPr>
              <a:t>Oqtepa Lavash botining foydalanuvchi oqimidan olingan amaliy xulosalar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33675c93a4a61"/>
          <a:stretch xmlns:a="http://schemas.openxmlformats.org/drawingml/2006/main"/>
        </p:blipFill>
        <p:spPr>
          <a:xfrm xmlns:a="http://schemas.openxmlformats.org/drawingml/2006/main">
            <a:off x="7925970" y="361950"/>
            <a:ext cx="873959" cy="6134100"/>
          </a:xfrm>
          <a:prstGeom xmlns:a="http://schemas.openxmlformats.org/drawingml/2006/main" prst="roundRect">
            <a:avLst>
              <a:gd name="adj" fmla="val 139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E6DC5-F3D7-4CDA-8337-4B1F7DC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Manba: foydalanuvchi taqdim etgan Oqtepa Lavash Telegram ekranlari, 2026-09-22</a:t>
            </a:r>
          </a:p>
        </p:txBody>
      </p:sp>
    </p:spTree>
    <p:extLst>
      <p:ext uri="{BB962C8B-B14F-4D97-AF65-F5344CB8AC3E}">
        <p14:creationId xmlns:p14="http://schemas.microsoft.com/office/powerpoint/2010/main" val="1165664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ACF97-2D00-493F-8E2F-EAA8E5B7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Oqtepa namunasi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DA6E7-F96E-49B1-935C-17FD0D32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Bir bot ichida ro‘yxatdan o‘tish, manzil va xarid yakunlanadi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DC27B-9714-4D24-B608-F11DC06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b012fee7e405c"/>
          <a:stretch xmlns:a="http://schemas.openxmlformats.org/drawingml/2006/main"/>
        </p:blipFill>
        <p:spPr>
          <a:xfrm xmlns:a="http://schemas.openxmlformats.org/drawingml/2006/main">
            <a:off x="1535069" y="1524000"/>
            <a:ext cx="644613" cy="452437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115BE-179A-4FA6-AF5C-FC1F66E5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Ko‘rilgan yondashuv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C257B-7BA1-4F3A-8CB9-1EFECA91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526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Til va shahar tanlovi mijoz kontekstini erta aniqlaydi.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14219-B2A2-42C7-B441-7CABBF3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Telefon tasdiqlashi profilni buyurtmaga bog‘laydi.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2AF4F-A2C2-4949-B3E0-D350D7CB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Lokatsiyadan keyin bot manzilni ko‘rsatadi va foydalanuvchi tasdiqlaydi.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0F520-0FE3-4CB4-BBE3-8012757A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Uy, podyezd va qavat alohida so‘raladi.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7C284-B319-4B81-83F5-35BFC999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Menyu bir xabarda, pastki panel esa doimiy navigatsiyada qoladi.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3DAE0-16C4-4A4D-81E1-AED2AF13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Xulosa: MAZETTO buyurtma oqimi matn yig‘ish emas, nazorat qilinadigan holatlar ketma-ketligi bo‘lishi kerak</a:t>
            </a:r>
          </a:p>
        </p:txBody>
      </p:sp>
    </p:spTree>
    <p:extLst>
      <p:ext uri="{BB962C8B-B14F-4D97-AF65-F5344CB8AC3E}">
        <p14:creationId xmlns:p14="http://schemas.microsoft.com/office/powerpoint/2010/main" val="1354872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7FDE2-79D2-4E2D-9568-E4DD1FB8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Kategoriya va mahsulot interfeysi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2FC95-0DA3-427F-820A-398E0B0F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Ikki ustun tez tanlash uchun ishlaydi, lekin nomlar kontekstga mos qisqarishi kerak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AA47B-288F-4AD2-B2FC-54F1814A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8e942c0c847b8"/>
          <a:stretch xmlns:a="http://schemas.openxmlformats.org/drawingml/2006/main"/>
        </p:blipFill>
        <p:spPr>
          <a:xfrm xmlns:a="http://schemas.openxmlformats.org/drawingml/2006/main">
            <a:off x="1702594" y="1619250"/>
            <a:ext cx="1928813" cy="428625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bd6189bac4a9f"/>
          <a:stretch xmlns:a="http://schemas.openxmlformats.org/drawingml/2006/main"/>
        </p:blipFill>
        <p:spPr>
          <a:xfrm xmlns:a="http://schemas.openxmlformats.org/drawingml/2006/main">
            <a:off x="6036469" y="1619250"/>
            <a:ext cx="1928813" cy="428625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B13F2-20B9-4E41-BA8A-8AFB22CB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33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MAZETTO qoidası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E632C-1BD2-4832-A538-DD72C337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383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Kategoriya nomi sarlavhada qoladi.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D895E-312F-478D-AD0D-BCA07E01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05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Tugmada takroriy Lavash yoki Burger so‘zi yozilmaydi.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A412A-C5FB-4CE3-AE91-AEDDE96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718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Muhim farq saqlanadi: Katta, Tovuqli, Achchiq, Pishloqli.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BA4E8-DA04-4413-B16E-0E28FCE9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Uzun nom bir ustunli ko‘rinishga o‘tadi.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FBDA1-DE79-4853-B8B4-B532293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Narx alohida satr yoki mahsulot detalida ko‘rsatiladi.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558D6-E6F9-4225-9A6B-8F87B238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Namuna: “Klassik”, “Pishloqli”, “Tovuqli Big” kabi qisqa va farqlanadigan tugmalar</a:t>
            </a:r>
          </a:p>
        </p:txBody>
      </p:sp>
    </p:spTree>
    <p:extLst>
      <p:ext uri="{BB962C8B-B14F-4D97-AF65-F5344CB8AC3E}">
        <p14:creationId xmlns:p14="http://schemas.microsoft.com/office/powerpoint/2010/main" val="1184557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95E6C-86DE-4E0D-B28A-9DD3F358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Savat va yakuniy tasdiqlash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ADEFC-60F8-46B6-98FB-44CAE42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Mijoz qaror berishidan oldin tarkib, summa va harakatlar bir ekranda bo‘lishi kerak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78EB8-5672-4165-BB78-CFCF2A5D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38e4c8b924321"/>
          <a:stretch xmlns:a="http://schemas.openxmlformats.org/drawingml/2006/main"/>
        </p:blipFill>
        <p:spPr>
          <a:xfrm xmlns:a="http://schemas.openxmlformats.org/drawingml/2006/main">
            <a:off x="1812131" y="1619250"/>
            <a:ext cx="1928813" cy="4286250"/>
          </a:xfrm>
          <a:prstGeom xmlns:a="http://schemas.openxmlformats.org/drawingml/2006/main" prst="roundRect">
            <a:avLst>
              <a:gd name="adj" fmla="val 183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598B2-BD77-40EB-883E-46CE185C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6687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MAZETTO savat ekrani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03A62-5867-48E7-994A-3C51A7ED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Mahsulotlar, miqdor va jami summa aniq ko‘rinadi.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62C17A-E1B4-48DC-B47F-9EA5869F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051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Miqdorni o‘zgartirishda ekran yangilanadi, savat yo‘qolmaydi.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14611-C999-4703-B448-468BA35A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718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Yetkazib berish narxi tasdiqlangan lokatsiyadan keyin hisoblanadi.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F817F-4C77-4DA2-BA53-F92926DA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Promokod faqat biznes qoidalari tayyor bo‘lganda qo‘shiladi.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E98AA-5124-4545-87B3-EAE02BBE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• Buyurtma berishdan avval filial, manzil va to‘lov qayta ko‘rsatiladi.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BEE8C-F868-4CB8-814D-8B581D69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23B3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23B36"/>
                </a:solidFill>
                <a:latin typeface="Arial"/>
                <a:ea typeface="Arial"/>
                <a:cs typeface="Arial"/>
              </a:rPr>
              <a:t>Hozirgi MAZETTO bo‘shligi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DED4C-E9A5-42D3-BABE-18952884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5780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Telegram checkout faqat naqd to‘lov va erkin yozilgan manzil bilan ishlaydi. Lokatsiya hamda filial tanlovi ulanmagan.</a:t>
            </a:r>
          </a:p>
        </p:txBody>
      </p:sp>
    </p:spTree>
    <p:extLst>
      <p:ext uri="{BB962C8B-B14F-4D97-AF65-F5344CB8AC3E}">
        <p14:creationId xmlns:p14="http://schemas.microsoft.com/office/powerpoint/2010/main" val="1368691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5B5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234399-F5A4-461D-92BE-0E24F2AF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MAZETTO uchun maqsadli oqim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4ADF9-3008-4895-8776-3E8CCBF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DEEE8"/>
                </a:solidFill>
                <a:latin typeface="Arial"/>
                <a:ea typeface="Arial"/>
                <a:cs typeface="Arial"/>
              </a:rPr>
              <a:t>Mijozning har qadamida faqat keyingi kerakli tanlov ko‘rinadi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EA768-8F48-42D1-BD33-81881A7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27798-7892-424E-A646-8EAD968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6B86F-CB3A-4B30-A07D-EDC2DD04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4EFC6-E37A-4A93-AE43-AE6B5555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Kirish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E4FA6-5F08-4DE8-BDD3-B73AFEA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Til, telefon, profil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159B5-96E0-4331-BC1E-5819F451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3837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842D4-72E1-42F1-A136-69C77A1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28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6242E-F01D-429C-8ABD-CD5F2ABB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03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Navigatsiya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14A92-ED2B-472E-9163-E9DFB5A2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766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Menu, savat, buyurtmalar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FB693-81A9-4410-8051-D3E34E11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1F32F-10BA-447C-800C-06AD0C41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59A5A-2EB1-44B6-A708-EFB4465C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Katalog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F99C2-CE30-4748-9029-F562B7D7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Kategoriya, mahsulot, variant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9B5F8-357F-4385-88A2-4D3FABE1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3837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58AF0-D2E8-40FD-BF3D-307A3193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28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9206A-DC05-4F43-A0D4-79067AAD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03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Yetkazish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0692A-6EEA-4314-907B-BF7A87C1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Lokatsiya, manzil, tasdiq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A12A85-6A1F-451D-95BF-2059073E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DA964-67A2-479B-AA13-8A4B18C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28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DA87F-D982-4F64-9AC7-33681D6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03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Yakun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60261A-5978-4CD0-9944-08257B87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To‘lov, xulosa, buyurtma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3F711-5819-454A-BA0E-67AE6E9D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38375"/>
            <a:ext cx="1619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AE6BDF-706B-4DDF-A136-6360C653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28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0975E2-B977-4DDC-864E-F551B60A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003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Kuzatish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514B8-47D2-48FA-88A7-0BBE37D5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76625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Status, yordam, qayta buyurtma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4E1A67-8E38-48F2-8D47-B0C82B4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Pastki klaviatura: Menyu, Savat, Buyurtmalarim, Profil, Filiallar, Yordam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3C21CA-0256-4E9C-8502-3B9F9AB6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DEE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DEEE8"/>
                </a:solidFill>
                <a:latin typeface="Arial"/>
                <a:ea typeface="Arial"/>
                <a:cs typeface="Arial"/>
              </a:rPr>
              <a:t>Checkout ichida: Lokatsiyamni yuborish, qo‘lda yozish, Orqaga, Bosh menyu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7614B-CC53-4B4D-9528-AE16EE83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Telegram Menu Button slash-buyruqlar ro‘yxatini ochadi; Mini App keyingi ixtiyoriy bosqich</a:t>
            </a:r>
          </a:p>
        </p:txBody>
      </p:sp>
    </p:spTree>
    <p:extLst>
      <p:ext uri="{BB962C8B-B14F-4D97-AF65-F5344CB8AC3E}">
        <p14:creationId xmlns:p14="http://schemas.microsoft.com/office/powerpoint/2010/main" val="1982660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5866B-A9AC-4CB0-A38C-F6CFE45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Lokatsiyadan tasdiqlangan manzilgacha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E3811-F091-48A4-A46B-F3095256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Koordinata yetarli emas: kuryer uchun aniq kirish ma’lumoti kerak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4553B-176F-4176-A0FC-A5187B7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5A4D9-1BFF-48C7-9724-907EA945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8"/>
          </a:solidFill>
          <a:ln xmlns:a="http://schemas.openxmlformats.org/drawingml/2006/main" w="9525">
            <a:solidFill>
              <a:srgbClr val="BFD8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E2F05-2EEA-4915-B87D-C6815A47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Lokatsiya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9E619-4907-4FB1-AB67-A7842036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240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Mijoz Telegramdagi tugma bilan nuqtani yuboradi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10E14-94BF-4A29-AE22-7F93DEA6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8"/>
          </a:solidFill>
          <a:ln xmlns:a="http://schemas.openxmlformats.org/drawingml/2006/main" w="9525">
            <a:solidFill>
              <a:srgbClr val="BFD8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CF3C9-8D84-4DAD-9CD1-9E71D93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717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Tekshiruv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77F5B-44EF-4495-B3CE-37B83810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Toshkent va filial yetkazib berish zonasi tekshiriladi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3255A-5366-4DFB-B7B7-1D5A75F7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8"/>
          </a:solidFill>
          <a:ln xmlns:a="http://schemas.openxmlformats.org/drawingml/2006/main" w="9525">
            <a:solidFill>
              <a:srgbClr val="BFD8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F588D-EB69-4459-B731-F76003B0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Manzil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53D97-AD1F-4A14-9DF8-F4AEBD76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813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Geokodlangan ko‘cha hamda xarita havolasi ko‘rsatiladi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A4056-1CA5-43ED-97D3-1E990494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8"/>
          </a:solidFill>
          <a:ln xmlns:a="http://schemas.openxmlformats.org/drawingml/2006/main" w="9525">
            <a:solidFill>
              <a:srgbClr val="BFD8D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2F1FA-D56C-4867-8F2B-57EA8EC7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Tafsilot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97494-D6C4-448B-97E3-FC03533D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099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Uy, xonadon, podyezd, qavat va mo‘ljal olinadi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5EFE4-E2DF-453D-954E-38AE9FE5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8"/>
          </a:solidFill>
          <a:ln xmlns:a="http://schemas.openxmlformats.org/drawingml/2006/main" w="9525">
            <a:solidFill>
              <a:srgbClr val="BFD8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05A76-8ED4-4ADA-827E-7FA8D54E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Tasdiqlash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325B1-B023-4036-B5CB-052F3A2E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38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Tasdiqlash, Tuzatish yoki Lokatsiyani almashtirish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B9F56-024C-420D-B7D7-9A3B99B0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8"/>
          </a:solidFill>
          <a:ln xmlns:a="http://schemas.openxmlformats.org/drawingml/2006/main" w="9525">
            <a:solidFill>
              <a:srgbClr val="BFD8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55B8C-845F-4110-AEEA-0F0A468E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Buyurtma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72EE9-E493-4E66-B32E-1E3022BA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672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Manzil matni va koordinata buyurtma hamda kuryerga yoziladi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27109-7EBB-417A-9F80-5475EEF8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Natija: mijoz noto‘g‘ri nuqtani tuzata oladi, kuryer esa manzilni qidirib qolmaydi</a:t>
            </a:r>
          </a:p>
        </p:txBody>
      </p:sp>
    </p:spTree>
    <p:extLst>
      <p:ext uri="{BB962C8B-B14F-4D97-AF65-F5344CB8AC3E}">
        <p14:creationId xmlns:p14="http://schemas.microsoft.com/office/powerpoint/2010/main" val="14048406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CCC4F-863A-4711-A00C-4B84E1F5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Implementatsiya ketma-ketligi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A5A69-1BEB-4DB4-8453-60D5EB2F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Avval xavfsizlik va buyurtma ishonchliligi, keyin o‘sish funksiyalari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FE4C8-DB42-4DB3-9EC1-5B2BD365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AFE22-395D-4FE3-813A-304278D9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9525">
            <a:solidFill>
              <a:srgbClr val="FFD52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B9A03-ED5C-4C2D-A136-732A33FD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33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D0567-5583-4701-B4C6-903965E2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4782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Buyruqlar va ruxsatlar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10EE1-370E-4ACE-AF34-571977BE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47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Slash buyruqlar, Menu tugmasi, pastki navigatsiya, xodim ruxsati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36088-2F18-46F5-B3FB-F4DB0451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9525">
            <a:solidFill>
              <a:srgbClr val="FFD52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2FCA2-32DC-4D43-BAB6-2526C72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C295D-2292-46B1-96F9-A981D60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526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Lokatsiya va manzil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45F11-A9CD-41F9-B48D-E40C26D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526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Joriy lokatsiya, zonani tekshirish, tasdiqlash va saqlangan manzillar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B8838-9E5F-4214-A613-6A6BF184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9525">
            <a:solidFill>
              <a:srgbClr val="FFD52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7D939-C301-4D94-B0FD-F5ACFF10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BD9C6-AAFA-46D4-838B-2DDE0283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5752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Katalog va savat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20A27-BC15-4333-A7BA-46ED2319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575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Qisqa nomlar, sahifalash, rasm, qidiruv, promokod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F11DFF-81D6-400C-812E-6F902895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9525">
            <a:solidFill>
              <a:srgbClr val="FFD52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5208F-866A-435D-9B7B-C9500B6B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B82CD-FC6F-422B-8B8D-DD94C894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To‘lov va yordam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347EB-58EE-4C3F-BC24-3A37B5A3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62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Click/Payme, operatorga yo‘naltirish, bonus va qayta buyurtma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78AFD-659A-46CA-BDD3-E1A2AAEC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52E"/>
          </a:solidFill>
          <a:ln xmlns:a="http://schemas.openxmlformats.org/drawingml/2006/main" w="9525">
            <a:solidFill>
              <a:srgbClr val="FFD52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26677-87B2-4004-8B78-5EF1C41B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8108A-C08C-495C-8B0C-8AC9D2B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6722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62D2B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BAD50-E6E0-4AF2-8C62-EB1835D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7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716D"/>
                </a:solidFill>
                <a:latin typeface="Arial"/>
                <a:ea typeface="Arial"/>
                <a:cs typeface="Arial"/>
              </a:rPr>
              <a:t>Webhook holati, xatolar, yetkazilmagan xabarlar, funnel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0DFBD-3B45-460E-A49E-EACB159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5B57"/>
                </a:solidFill>
                <a:latin typeface="Arial"/>
                <a:ea typeface="Arial"/>
                <a:cs typeface="Arial"/>
              </a:rPr>
              <a:t>Birinchi release mezoni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E2C1E3-A295-4D41-AF66-124BF526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62D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62D2B"/>
                </a:solidFill>
                <a:latin typeface="Arial"/>
                <a:ea typeface="Arial"/>
                <a:cs typeface="Arial"/>
              </a:rPr>
              <a:t>Mijoz buyruqdan mahsulot tanlaydi, lokatsiyasini tasdiqlaydi va buyurtma xavfsiz tarzda oshxonaga yetadi.</a:t>
            </a:r>
          </a:p>
        </p:txBody>
      </p:sp>
    </p:spTree>
    <p:extLst>
      <p:ext uri="{BB962C8B-B14F-4D97-AF65-F5344CB8AC3E}">
        <p14:creationId xmlns:p14="http://schemas.microsoft.com/office/powerpoint/2010/main" val="639182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2026-09-21T19:29:08.4870000Z</dcterms:created>
  <dcterms:modified xsi:type="dcterms:W3CDTF">2026-09-21T19:29:08.4870000Z</dcterms:modified>
</coreProperties>
</file>